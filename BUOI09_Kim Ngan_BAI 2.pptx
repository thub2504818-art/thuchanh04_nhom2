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9144000"/>
  <p:custShowLst>
    <p:custShow name="KHTN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6"/>
      </p:sldLst>
    </p:custShow>
    <p:custShow name="CNTT" id="1">
      <p:sldLst>
        <p:sld r:id="rId3"/>
        <p:sld r:id="rId4"/>
        <p:sld r:id="rId5"/>
        <p:sld r:id="rId6"/>
        <p:sld r:id="rId7"/>
        <p:sld r:id="rId12"/>
        <p:sld r:id="rId13"/>
        <p:sld r:id="rId14"/>
        <p:sld r:id="rId15"/>
        <p:sld r:id="rId16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86F35-D1F8-4697-BBF4-CB30BC16E42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A69B0-4828-48FF-9432-A6B21B444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98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5077-1528-4D4A-99BF-8DAEC00FCF94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8D38-4EA4-4349-B3BD-F3759CEA118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4F62-02B0-4779-ADBD-DD76EBC93ED7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3DDD-615F-4CEA-91BB-F8E926D1FE73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177F-B205-4377-B8A4-F02BCA4DECCB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2F77-004A-41B7-9397-92B1E302221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597C-3965-436A-AFB6-83426660D911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C2A3-3818-4709-AD17-45AEADA6B08E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EF2E-904A-46A7-824E-E451BB6DCB89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A880-C683-4745-A2C0-727A93F60B71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1E43A-BDC2-4845-9F8C-48EC9488B64E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B88E-8345-44D4-B399-2D187C329EA0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7419-A544-4593-A124-806C1DA93349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3904B-14F7-4A9D-B7EF-2B68CA198285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0BF7-2EBE-4E59-A427-D4D4412E957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4506-3A50-44AC-9F4F-8F49FF2DA979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DC22-B1DE-4622-A0DC-D793B9E101C8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6D63072-223C-48E3-BF16-FC2F0141164A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1601" y="787438"/>
            <a:ext cx="8689976" cy="59218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601" y="1768643"/>
            <a:ext cx="8689976" cy="3268578"/>
          </a:xfrm>
        </p:spPr>
        <p:txBody>
          <a:bodyPr>
            <a:normAutofit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to edit Master text styles</a:t>
            </a:r>
          </a:p>
          <a:p>
            <a:pPr lvl="2" indent="-457200" algn="l">
              <a:spcBef>
                <a:spcPts val="1000"/>
              </a:spcBef>
              <a:buFont typeface="Times New Roman" panose="02020603050405020304" pitchFamily="18" charset="0"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level</a:t>
            </a:r>
            <a:endParaRPr lang="vi-V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l">
              <a:spcBef>
                <a:spcPts val="1000"/>
              </a:spcBef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</a:p>
          <a:p>
            <a:pPr marL="342900" lvl="1" indent="-342900" algn="l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vi-V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Fifth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</a:p>
          <a:p>
            <a:pPr marL="0" lvl="1">
              <a:spcBef>
                <a:spcPts val="1000"/>
              </a:spcBef>
            </a:pPr>
            <a:endParaRPr lang="en-US" dirty="0"/>
          </a:p>
          <a:p>
            <a:endParaRPr lang="vi-V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8459" y="5883275"/>
            <a:ext cx="6672887" cy="365125"/>
          </a:xfrm>
        </p:spPr>
        <p:txBody>
          <a:bodyPr/>
          <a:lstStyle/>
          <a:p>
            <a:r>
              <a:rPr lang="vi-VN" sz="2400" b="1" dirty="0" smtClean="0">
                <a:latin typeface="+mj-lt"/>
              </a:rPr>
              <a:t>Giới thiệu Đại học Cần Thơ</a:t>
            </a:r>
            <a:endParaRPr lang="en-US" sz="2400" b="1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278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5773" y="506186"/>
            <a:ext cx="6139827" cy="40514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Đại học Cần Thơ – Quá trình hình thành và phát triển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4000500"/>
            <a:ext cx="10363826" cy="1790699"/>
          </a:xfrm>
        </p:spPr>
        <p:txBody>
          <a:bodyPr/>
          <a:lstStyle/>
          <a:p>
            <a:pPr marL="0" indent="0" algn="ctr">
              <a:buNone/>
            </a:pPr>
            <a:r>
              <a:rPr lang="vi-V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Nguyễn Văn A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+mj-lt"/>
              </a:rPr>
              <a:t>Giới thiệu Đại học Cần Thơ</a:t>
            </a:r>
            <a:endParaRPr lang="en-US" sz="2400" b="1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4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5773" y="506186"/>
            <a:ext cx="6139827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Nội dung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155371"/>
            <a:ext cx="10363826" cy="1790699"/>
          </a:xfrm>
        </p:spPr>
        <p:txBody>
          <a:bodyPr>
            <a:normAutofit/>
          </a:bodyPr>
          <a:lstStyle/>
          <a:p>
            <a: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cần thơ (1966 – 1975)</a:t>
            </a:r>
          </a:p>
          <a:p>
            <a: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8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Thời kỳ viện đại học cần thơ (1966 – 1975)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989079"/>
            <a:ext cx="10363826" cy="3768253"/>
          </a:xfrm>
        </p:spPr>
        <p:txBody>
          <a:bodyPr>
            <a:normAutofit fontScale="92500" lnSpcReduction="20000"/>
          </a:bodyPr>
          <a:lstStyle/>
          <a:p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thành lập ngày 31 tháng 03 năm 1966</a:t>
            </a:r>
          </a:p>
          <a:p>
            <a:r>
              <a:rPr lang="vi-V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Viện đại học cần thơ có bốn </a:t>
            </a:r>
            <a:r>
              <a:rPr lang="vi-VN" sz="3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vi-VN" sz="3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5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KHOA LUẬT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LUẬT KHOA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KHOA HỌC XÃ HỘI, VĂN KHOA, SƯ PHẠM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CAO ĐẲNG NÔNG NGHIỆP VÀ TRUNG TÂM SINH NGỮ</a:t>
            </a:r>
          </a:p>
          <a:p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4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Thời kỳ viện đại học cần thơ (1966 – 1975)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155370"/>
            <a:ext cx="10363826" cy="4310743"/>
          </a:xfrm>
        </p:spPr>
        <p:txBody>
          <a:bodyPr>
            <a:normAutofit/>
          </a:bodyPr>
          <a:lstStyle/>
          <a:p>
            <a:r>
              <a:rPr lang="vi-V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 của viện dại học cần thơ tọa lạc trên 4 </a:t>
            </a:r>
            <a:r>
              <a:rPr lang="vi-VN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địa </a:t>
            </a:r>
            <a:r>
              <a:rPr lang="vi-VN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3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r>
              <a:rPr lang="vi-VN" sz="2800">
                <a:cs typeface="Times New Roman" panose="02020603050405020304" pitchFamily="18" charset="0"/>
              </a:rPr>
              <a:t> tòa viện trưởng ( số 5 , đại lộ hòa bình)</a:t>
            </a:r>
          </a:p>
          <a:p>
            <a:pPr lvl="1">
              <a:buFontTx/>
              <a:buChar char="-"/>
            </a:pPr>
            <a:r>
              <a:rPr lang="vi-VN" sz="2800">
                <a:cs typeface="Times New Roman" panose="02020603050405020304" pitchFamily="18" charset="0"/>
              </a:rPr>
              <a:t> khu</a:t>
            </a:r>
            <a:r>
              <a:rPr lang="en-US" sz="2800"/>
              <a:t> </a:t>
            </a:r>
            <a:r>
              <a:rPr lang="en-US" sz="2800" b="1"/>
              <a:t>Ⅰ</a:t>
            </a:r>
            <a:r>
              <a:rPr lang="vi-VN" sz="2800">
                <a:cs typeface="Times New Roman" panose="02020603050405020304" pitchFamily="18" charset="0"/>
              </a:rPr>
              <a:t> ( đường 30/4)</a:t>
            </a:r>
          </a:p>
          <a:p>
            <a:pPr lvl="1">
              <a:buFontTx/>
              <a:buChar char="-"/>
            </a:pPr>
            <a:r>
              <a:rPr lang="vi-VN" sz="2800">
                <a:cs typeface="Times New Roman" panose="02020603050405020304" pitchFamily="18" charset="0"/>
              </a:rPr>
              <a:t> khu </a:t>
            </a:r>
            <a:r>
              <a:rPr lang="en-US" sz="2800" b="1"/>
              <a:t>Ⅱ</a:t>
            </a:r>
            <a:r>
              <a:rPr lang="vi-VN" sz="2800">
                <a:cs typeface="Times New Roman" panose="02020603050405020304" pitchFamily="18" charset="0"/>
              </a:rPr>
              <a:t> ( đường 3/2)</a:t>
            </a:r>
          </a:p>
          <a:p>
            <a:pPr lvl="1">
              <a:buFontTx/>
              <a:buChar char="-"/>
            </a:pPr>
            <a:r>
              <a:rPr lang="vi-VN" sz="3000">
                <a:cs typeface="Times New Roman" panose="02020603050405020304" pitchFamily="18" charset="0"/>
              </a:rPr>
              <a:t> </a:t>
            </a:r>
            <a:r>
              <a:rPr lang="vi-VN" sz="2800">
                <a:cs typeface="Times New Roman" panose="02020603050405020304" pitchFamily="18" charset="0"/>
              </a:rPr>
              <a:t>khu </a:t>
            </a:r>
            <a:r>
              <a:rPr lang="en-US" sz="2800" b="1"/>
              <a:t>Ⅲ</a:t>
            </a:r>
            <a:r>
              <a:rPr lang="vi-VN" sz="2800">
                <a:cs typeface="Times New Roman" panose="02020603050405020304" pitchFamily="18" charset="0"/>
              </a:rPr>
              <a:t> ( số 1, lý tự trọng)</a:t>
            </a:r>
            <a:endParaRPr lang="en-US" sz="2800">
              <a:cs typeface="Times New Roman" panose="02020603050405020304" pitchFamily="18" charset="0"/>
            </a:endParaRPr>
          </a:p>
          <a:p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01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155370"/>
            <a:ext cx="10363826" cy="4310743"/>
          </a:xfrm>
        </p:spPr>
        <p:txBody>
          <a:bodyPr>
            <a:normAutofit/>
          </a:bodyPr>
          <a:lstStyle/>
          <a:p>
            <a:r>
              <a:rPr lang="vi-V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Viện đại học cần thơ được đổi thành đhct</a:t>
            </a:r>
          </a:p>
          <a:p>
            <a:r>
              <a:rPr lang="vi-V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cấu đhct hiện nay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khoa-viện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 tâm – trung tâm đào tạo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 ban chức năng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Đoàn thể &amp; hội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6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4310743"/>
          </a:xfrm>
        </p:spPr>
        <p:txBody>
          <a:bodyPr>
            <a:normAutofit/>
          </a:bodyPr>
          <a:lstStyle/>
          <a:p>
            <a:r>
              <a:rPr lang="vi-V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nhiên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VP khoa và xưởng sửa chữa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Năm 2010, trường đã đàu tư mở rộng ptn của khoa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 mới khu nhà 3 tầng với 22 phòng</a:t>
            </a:r>
          </a:p>
          <a:p>
            <a:pPr marL="0" indent="0"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4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4310743"/>
          </a:xfrm>
        </p:spPr>
        <p:txBody>
          <a:bodyPr>
            <a:normAutofit fontScale="92500" lnSpcReduction="20000"/>
          </a:bodyPr>
          <a:lstStyle/>
          <a:p>
            <a:r>
              <a:rPr lang="vi-VN" sz="3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nhiên</a:t>
            </a:r>
          </a:p>
          <a:p>
            <a:pPr>
              <a:buFont typeface="Times New Roman" panose="02020603050405020304" pitchFamily="18" charset="0"/>
              <a:buChar char="-"/>
            </a:pPr>
            <a:r>
              <a:rPr lang="vi-V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 14/1/1998, trường đhct khánh thành khoa khoa học</a:t>
            </a:r>
          </a:p>
          <a:p>
            <a:pPr>
              <a:buFont typeface="Times New Roman" panose="02020603050405020304" pitchFamily="18" charset="0"/>
              <a:buChar char="-"/>
            </a:pPr>
            <a:r>
              <a:rPr lang="vi-V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+"/>
            </a:pP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phòng thí nghiệm (PTN) cho sinh, hóa, vật lý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+"/>
            </a:pP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06 phòng máy tính được nối mạng với nhau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910943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80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6"/>
            <a:ext cx="10363826" cy="5038877"/>
          </a:xfrm>
        </p:spPr>
        <p:txBody>
          <a:bodyPr>
            <a:normAutofit/>
          </a:bodyPr>
          <a:lstStyle/>
          <a:p>
            <a:r>
              <a:rPr lang="vi-V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</a:t>
            </a:r>
            <a:r>
              <a:rPr lang="vi-VN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</a:t>
            </a:r>
            <a:r>
              <a:rPr lang="vi-VN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32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Times New Roman" panose="02020603050405020304" pitchFamily="18" charset="0"/>
              <a:buChar char="-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Khoa khtn hiện nay gồm 04 bộ môn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+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môn sinh học</a:t>
            </a:r>
          </a:p>
          <a:p>
            <a:pPr lvl="1">
              <a:buFont typeface="Times New Roman" panose="02020603050405020304" pitchFamily="18" charset="0"/>
              <a:buChar char="+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môn hóa học</a:t>
            </a:r>
          </a:p>
          <a:p>
            <a:pPr lvl="1">
              <a:buFont typeface="Times New Roman" panose="02020603050405020304" pitchFamily="18" charset="0"/>
              <a:buChar char="+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môn toán học</a:t>
            </a:r>
          </a:p>
          <a:p>
            <a:pPr lvl="1">
              <a:buFont typeface="Times New Roman" panose="02020603050405020304" pitchFamily="18" charset="0"/>
              <a:buChar char="+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môn vật lý</a:t>
            </a:r>
          </a:p>
          <a:p>
            <a:endParaRPr lang="vi-V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4089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 New Roman" panose="02020603050405020304" pitchFamily="18" charset="0"/>
              <a:buChar char="-"/>
            </a:pP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9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3904343"/>
          </a:xfrm>
        </p:spPr>
        <p:txBody>
          <a:bodyPr>
            <a:normAutofit fontScale="85000" lnSpcReduction="20000"/>
          </a:bodyPr>
          <a:lstStyle/>
          <a:p>
            <a:r>
              <a:rPr lang="vi-VN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</a:t>
            </a:r>
            <a:r>
              <a:rPr lang="vi-VN" sz="3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</a:t>
            </a:r>
            <a:r>
              <a:rPr lang="vi-VN" sz="3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3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vi-V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TÁC ĐÀO TẠO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ĐẠI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HỌC: .....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SĐH: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vi-V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TÁC NCKH, BÁO CÁO CHUYÊN ĐỂ: ....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vi-V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TÁC ĐÀO TẠO VÀ BỒI DƯỠNG CÁN </a:t>
            </a:r>
            <a:r>
              <a:rPr lang="vi-VN" sz="330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vi-VN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3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-"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390434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13774" y="2523562"/>
            <a:ext cx="10363826" cy="41583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100" b="1" u="sng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cntt &amp; TT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en-US" sz="33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THÀNH LẬP NĂM 1994 TRÊN CƠ SỞ TRUNG TÂM ĐIỆN TỪ VÀ TIN HỌC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3600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 CỦA KHOA LÀ ĐÀO TẠO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100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VÀ SAU ĐẠI HỌC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100">
                <a:latin typeface="Times New Roman" panose="02020603050405020304" pitchFamily="18" charset="0"/>
                <a:cs typeface="Times New Roman" panose="02020603050405020304" pitchFamily="18" charset="0"/>
              </a:rPr>
              <a:t>NCKH VÀ CHUYỂN GIAO CÔNG NGHỆ TRONG LĨNH VỰC CNTT&amp;TT</a:t>
            </a:r>
            <a:endParaRPr lang="en-US" sz="31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-"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63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390434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13774" y="2390488"/>
            <a:ext cx="10363826" cy="3724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cntt &amp; TT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TẦM NHÌN ĐẾN NĂM 2020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ĐƠN VỊ ĐÀO TẠO VÀ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KHOA HỌC VỀ CNTT&amp;TT MẠNH CỦA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CẢ </a:t>
            </a: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vi-VN" sz="24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4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390434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13774" y="2390488"/>
            <a:ext cx="10363826" cy="3724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cntt &amp; TT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en-US" sz="33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MÔN VÀ TRUNG TÂM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HỆ THỐNG THÔNG TIN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MẠNG MÁY TÍNH &amp; TRUYỀN THÔNG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CÔNG NGHỆ PHẦN MỀM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KHOA HỌC MÁY TÍNH</a:t>
            </a:r>
          </a:p>
          <a:p>
            <a:pPr lvl="1">
              <a:buFont typeface="Times New Roman" panose="02020603050405020304" pitchFamily="18" charset="0"/>
              <a:buChar char="-"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0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514" y="473529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 dirty="0" smtClean="0"/>
              <a:t>Đhct giai đoạn sau 1975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47257"/>
            <a:ext cx="10363826" cy="390434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vi-VN" sz="30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13774" y="2390488"/>
            <a:ext cx="10363826" cy="3724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cntt &amp; TT</a:t>
            </a:r>
          </a:p>
          <a:p>
            <a:pPr lvl="1">
              <a:buFont typeface="Times New Roman" panose="02020603050405020304" pitchFamily="18" charset="0"/>
              <a:buChar char="-"/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CÁC BỘ MÔN VÀ TRUNG TÂM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MÔN CÔNG NGHỆ THÔNG TIN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MÔN TIN HỌC ỨNG DỤNG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 </a:t>
            </a: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VĂN PHÒNG</a:t>
            </a:r>
          </a:p>
          <a:p>
            <a:pPr lvl="2">
              <a:buFont typeface="Times New Roman" panose="02020603050405020304" pitchFamily="18" charset="0"/>
              <a:buChar char="+"/>
            </a:pPr>
            <a:r>
              <a:rPr lang="vi-VN" sz="2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TÂM ĐIỆN TỬ &amp; TIN HỌC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2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791" y="662105"/>
            <a:ext cx="1106810" cy="1106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760" y="2476273"/>
            <a:ext cx="9786086" cy="1861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3200" b="1"/>
              <a:t>CÁM ƠN SỰ CHÚ Ý CỦA QUÝ VỊ</a:t>
            </a:r>
            <a:endParaRPr lang="en-US" sz="3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4"/>
            <a:ext cx="6672887" cy="337457"/>
          </a:xfrm>
        </p:spPr>
        <p:txBody>
          <a:bodyPr/>
          <a:lstStyle/>
          <a:p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43760" y="3123830"/>
            <a:ext cx="10363826" cy="140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73746" y="3690173"/>
            <a:ext cx="10363826" cy="208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9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138</TotalTime>
  <Words>642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2</vt:i4>
      </vt:variant>
    </vt:vector>
  </HeadingPairs>
  <TitlesOfParts>
    <vt:vector size="23" baseType="lpstr">
      <vt:lpstr>Arial</vt:lpstr>
      <vt:lpstr>Calibri</vt:lpstr>
      <vt:lpstr>Times New Roman</vt:lpstr>
      <vt:lpstr>Tw Cen MT</vt:lpstr>
      <vt:lpstr>Wingdings</vt:lpstr>
      <vt:lpstr>Droplet</vt:lpstr>
      <vt:lpstr>Click to edit Master title style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Master title style</dc:title>
  <dc:creator>Admin</dc:creator>
  <cp:lastModifiedBy>Windows User</cp:lastModifiedBy>
  <cp:revision>15</cp:revision>
  <dcterms:created xsi:type="dcterms:W3CDTF">2026-02-05T16:03:57Z</dcterms:created>
  <dcterms:modified xsi:type="dcterms:W3CDTF">2026-02-06T00:56:08Z</dcterms:modified>
</cp:coreProperties>
</file>